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/pI8Z6LryXeSg9B0JW2NkQRrw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1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1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1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1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1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1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1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1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1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1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1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1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1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1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1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1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1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1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1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1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1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1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16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2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2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2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2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2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2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2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2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2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2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2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2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2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2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2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s-ES"/>
              <a:t>RECUPEROS DE ILT</a:t>
            </a:r>
            <a:endParaRPr/>
          </a:p>
        </p:txBody>
      </p:sp>
      <p:sp>
        <p:nvSpPr>
          <p:cNvPr id="235" name="Google Shape;235;p1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25000"/>
              <a:buNone/>
            </a:pPr>
            <a:r>
              <a:rPr lang="es-ES"/>
              <a:t>TENER A MANO: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Font typeface="Arial"/>
              <a:buChar char="•"/>
            </a:pPr>
            <a:r>
              <a:rPr lang="es-ES"/>
              <a:t>F-931 (MESES RECLAMADOS)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Font typeface="Arial"/>
              <a:buChar char="•"/>
            </a:pPr>
            <a:r>
              <a:rPr lang="es-ES"/>
              <a:t>COMPROBANTE DE PAGO DEL F931 (MESES RECLAMADOS)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Font typeface="Arial"/>
              <a:buChar char="•"/>
            </a:pPr>
            <a:r>
              <a:rPr lang="es-ES"/>
              <a:t>RECIBOS DE SUELDO FIRMADOS POR EL EMPLEADO (MESES RECLAMADOS)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Font typeface="Arial"/>
              <a:buChar char="•"/>
            </a:pPr>
            <a:r>
              <a:rPr lang="es-ES"/>
              <a:t>CBU DEL EMPLEADOR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"/>
          <p:cNvSpPr txBox="1"/>
          <p:nvPr>
            <p:ph type="title"/>
          </p:nvPr>
        </p:nvSpPr>
        <p:spPr>
          <a:xfrm>
            <a:off x="1141413" y="618518"/>
            <a:ext cx="9905998" cy="570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wentieth Century"/>
              <a:buNone/>
            </a:pPr>
            <a:r>
              <a:rPr lang="es-ES" sz="2000"/>
              <a:t>PRIMER PASO: CON USUARIO Y CLAVE INGRESAREMOS AL SELF EMPLEADOR</a:t>
            </a:r>
            <a:br>
              <a:rPr lang="es-ES" sz="2000"/>
            </a:br>
            <a:r>
              <a:rPr lang="es-ES" sz="2000"/>
              <a:t>(</a:t>
            </a:r>
            <a:r>
              <a:rPr lang="es-ES" sz="2000"/>
              <a:t>HTTPS://SELF2.FEDPAT.COM.AR/ART/</a:t>
            </a:r>
            <a:r>
              <a:rPr lang="es-ES" sz="2000"/>
              <a:t>)</a:t>
            </a:r>
            <a:endParaRPr sz="2000"/>
          </a:p>
        </p:txBody>
      </p:sp>
      <p:pic>
        <p:nvPicPr>
          <p:cNvPr id="241" name="Google Shape;24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357803"/>
            <a:ext cx="10338201" cy="4830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type="title"/>
          </p:nvPr>
        </p:nvSpPr>
        <p:spPr>
          <a:xfrm>
            <a:off x="1141412" y="618518"/>
            <a:ext cx="9988141" cy="739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</a:pPr>
            <a:r>
              <a:rPr lang="es-ES" sz="2400"/>
              <a:t>UNA VEZ DENTRO DEL USUARIO VEREMOS LA SIGUIENTE PANTALLA</a:t>
            </a:r>
            <a:endParaRPr sz="2400"/>
          </a:p>
        </p:txBody>
      </p:sp>
      <p:pic>
        <p:nvPicPr>
          <p:cNvPr id="247" name="Google Shape;24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357803"/>
            <a:ext cx="9334364" cy="4399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wentieth Century"/>
              <a:buNone/>
            </a:pPr>
            <a:r>
              <a:rPr lang="es-ES" sz="2800"/>
              <a:t>PASO DOS: IREMOS A DINERARIAS -&gt; SINIESTROS/GESTIÓN ILT </a:t>
            </a:r>
            <a:endParaRPr sz="2800"/>
          </a:p>
        </p:txBody>
      </p:sp>
      <p:pic>
        <p:nvPicPr>
          <p:cNvPr id="253" name="Google Shape;25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637090"/>
            <a:ext cx="9905998" cy="424978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"/>
          <p:cNvSpPr/>
          <p:nvPr/>
        </p:nvSpPr>
        <p:spPr>
          <a:xfrm>
            <a:off x="1763486" y="2364377"/>
            <a:ext cx="796834" cy="24819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6307667" y="3543300"/>
            <a:ext cx="292100" cy="45719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6307667" y="3674533"/>
            <a:ext cx="330200" cy="45719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307667" y="3826933"/>
            <a:ext cx="292100" cy="45719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5879805" y="4738824"/>
            <a:ext cx="719962" cy="45719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5879805" y="4923123"/>
            <a:ext cx="592962" cy="45719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</a:pPr>
            <a:r>
              <a:rPr lang="es-ES" sz="2400"/>
              <a:t>PASO 3: VEREMOS LA SIGUIENTE PANTALLA E IREMOS A DONDE DICE ADJUNTAR ARCHIVOS</a:t>
            </a:r>
            <a:endParaRPr sz="2400"/>
          </a:p>
        </p:txBody>
      </p:sp>
      <p:pic>
        <p:nvPicPr>
          <p:cNvPr id="265" name="Google Shape;26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696804"/>
            <a:ext cx="8727865" cy="409439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"/>
          <p:cNvSpPr/>
          <p:nvPr/>
        </p:nvSpPr>
        <p:spPr>
          <a:xfrm>
            <a:off x="7049385" y="3742661"/>
            <a:ext cx="393405" cy="34024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5635256" y="4348716"/>
            <a:ext cx="425302" cy="10632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4582633" y="2211572"/>
            <a:ext cx="1616148" cy="53163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189228" y="2211572"/>
            <a:ext cx="393405" cy="53163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wentieth Century"/>
              <a:buNone/>
            </a:pPr>
            <a:r>
              <a:rPr lang="es-ES" sz="2400"/>
              <a:t>PASO 4: ADJUNTAREMOS EL RECIBO DE SUELDO DEL LADO IZQUIERDO Y LO DEMÁS DEL LADO DERECHO. DE NO SABER LAS CONTRIBUCIONES PATRONALES UTILIZAREMOS EL GENÉRICO 24.</a:t>
            </a:r>
            <a:endParaRPr sz="2400"/>
          </a:p>
        </p:txBody>
      </p:sp>
      <p:pic>
        <p:nvPicPr>
          <p:cNvPr id="275" name="Google Shape;27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945759"/>
            <a:ext cx="8727865" cy="384544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"/>
          <p:cNvSpPr/>
          <p:nvPr/>
        </p:nvSpPr>
        <p:spPr>
          <a:xfrm>
            <a:off x="2955851" y="3200400"/>
            <a:ext cx="340242" cy="2232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1777719" y="2977116"/>
            <a:ext cx="1188766" cy="10632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Atencion con el tipo de archivo!</a:t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10047767" y="5263116"/>
            <a:ext cx="1635949" cy="15948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Continua en pagina siguiente</a:t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s-ES"/>
              <a:t>PASO 5: GUARDAR CAMBIOS</a:t>
            </a:r>
            <a:endParaRPr/>
          </a:p>
        </p:txBody>
      </p:sp>
      <p:pic>
        <p:nvPicPr>
          <p:cNvPr id="284" name="Google Shape;28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2020186"/>
            <a:ext cx="8751681" cy="430913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2488019" y="5635256"/>
            <a:ext cx="616688" cy="31897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s-ES"/>
              <a:t>PASO 6: GUARDAR CAMBIOS NUEVAMENTE</a:t>
            </a:r>
            <a:endParaRPr/>
          </a:p>
        </p:txBody>
      </p:sp>
      <p:pic>
        <p:nvPicPr>
          <p:cNvPr id="291" name="Google Shape;29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977656"/>
            <a:ext cx="8733791" cy="381354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3689498" y="3902149"/>
            <a:ext cx="988828" cy="39340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s-ES"/>
              <a:t>LISTO! YA TU GESTIÓN ESTA FINALIZADA, DENTRO DE LOS 30 DÍAS ESTARÁ EL REINTEGRO. </a:t>
            </a:r>
            <a:endParaRPr/>
          </a:p>
        </p:txBody>
      </p:sp>
      <p:pic>
        <p:nvPicPr>
          <p:cNvPr id="298" name="Google Shape;29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157" y="1994514"/>
            <a:ext cx="9746510" cy="409439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8208335" y="4041712"/>
            <a:ext cx="489098" cy="34953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8059478" y="3593805"/>
            <a:ext cx="2083981" cy="447907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Aquí podrás ver el estado</a:t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305107" y="4635795"/>
            <a:ext cx="446567" cy="85061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614530" y="2456121"/>
            <a:ext cx="2200940" cy="159488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s-ES"/>
              <a:t>CARGA DE DOCUMENTAL FINALIZADA, CON TRAMITE EN CURSO</a:t>
            </a:r>
            <a:endParaRPr/>
          </a:p>
        </p:txBody>
      </p:sp>
      <p:pic>
        <p:nvPicPr>
          <p:cNvPr id="308" name="Google Shape;30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413" y="1951985"/>
            <a:ext cx="8727865" cy="409439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/>
          <p:nvPr/>
        </p:nvSpPr>
        <p:spPr>
          <a:xfrm>
            <a:off x="5613991" y="2509284"/>
            <a:ext cx="1212111" cy="233916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7095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o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2025-04-28T13:16:59Z</dcterms:created>
  <dc:creator>Guille</dc:creator>
</cp:coreProperties>
</file>